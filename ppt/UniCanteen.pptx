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61" r:id="rId6"/>
    <p:sldId id="259" r:id="rId7"/>
    <p:sldId id="264" r:id="rId8"/>
    <p:sldId id="265" r:id="rId9"/>
    <p:sldId id="293" r:id="rId10"/>
    <p:sldId id="272" r:id="rId11"/>
    <p:sldId id="292" r:id="rId12"/>
    <p:sldId id="273" r:id="rId13"/>
    <p:sldId id="277" r:id="rId14"/>
    <p:sldId id="276" r:id="rId15"/>
    <p:sldId id="275" r:id="rId16"/>
    <p:sldId id="25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2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59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0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561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5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27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29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7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8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3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pPr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36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" TargetMode="External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www.w3schools.com/sql/" TargetMode="External" /><Relationship Id="rId4" Type="http://schemas.openxmlformats.org/officeDocument/2006/relationships/hyperlink" Target="https://firebase.google.com/docs" TargetMode="Externa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428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78615D-8E39-9C4D-2DBB-0D40DA334A58}"/>
              </a:ext>
            </a:extLst>
          </p:cNvPr>
          <p:cNvSpPr txBox="1"/>
          <p:nvPr/>
        </p:nvSpPr>
        <p:spPr>
          <a:xfrm>
            <a:off x="4604870" y="3429000"/>
            <a:ext cx="29822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4000" b="1" dirty="0" err="1"/>
              <a:t>UniCanteen</a:t>
            </a:r>
            <a:r>
              <a:rPr lang="en-IN" dirty="0"/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469187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FCAB0-0255-9F2E-4A11-7C48BA91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1;p15">
            <a:extLst>
              <a:ext uri="{FF2B5EF4-FFF2-40B4-BE49-F238E27FC236}">
                <a16:creationId xmlns:a16="http://schemas.microsoft.com/office/drawing/2014/main" id="{670B44D3-469D-6243-63EF-07B7D9272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1124744"/>
            <a:ext cx="11884899" cy="101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📘 group members details: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92300527083 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Uday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Faliya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92300527183 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Bhavy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Atkotiya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27D5C-9D8F-015A-B63A-236C8123ADD2}"/>
              </a:ext>
            </a:extLst>
          </p:cNvPr>
          <p:cNvSpPr txBox="1"/>
          <p:nvPr/>
        </p:nvSpPr>
        <p:spPr>
          <a:xfrm>
            <a:off x="615820" y="2929812"/>
            <a:ext cx="91533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Internal Guide: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Prof. Tejas Chauhan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Faculty of Computer Applications.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D295E-0781-2108-B1B2-0EDBD02FCA30}"/>
              </a:ext>
            </a:extLst>
          </p:cNvPr>
          <p:cNvSpPr txBox="1"/>
          <p:nvPr/>
        </p:nvSpPr>
        <p:spPr>
          <a:xfrm>
            <a:off x="587828" y="4665307"/>
            <a:ext cx="96198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hangingPunct="0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🏫 Institution Address: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Marwadi University,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Rajkot - Morbi Road,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At &amp; PO: Gauridad, Rajkot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28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354A4-5D4C-2261-EB1F-D1293234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005CB14-CD60-C6DF-3D6C-0AD945FC6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3589" y="538962"/>
            <a:ext cx="29460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877812-E29C-6D44-AE99-405A3E0E37C5}"/>
              </a:ext>
            </a:extLst>
          </p:cNvPr>
          <p:cNvSpPr txBox="1"/>
          <p:nvPr/>
        </p:nvSpPr>
        <p:spPr>
          <a:xfrm>
            <a:off x="693270" y="1529975"/>
            <a:ext cx="1098475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 err="1"/>
              <a:t>UniCanteen</a:t>
            </a:r>
            <a:r>
              <a:rPr lang="en-IN" dirty="0"/>
              <a:t> is a mobile-based application developed to modernize the food ordering experience at the </a:t>
            </a:r>
            <a:r>
              <a:rPr lang="en-IN" b="1" dirty="0" err="1"/>
              <a:t>Marwadi</a:t>
            </a:r>
            <a:r>
              <a:rPr lang="en-IN" b="1" dirty="0"/>
              <a:t> University</a:t>
            </a:r>
            <a:r>
              <a:rPr lang="en-IN" dirty="0"/>
              <a:t> campus.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dirty="0"/>
              <a:t>By digitizing the traditional canteen workflow, the app provides a convenient platform for students and faculty to browse menus and manage orders directly from their smartphones. 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dirty="0"/>
              <a:t>​The project focuses on solving common campus challenges, such as long waiting times and crowded counters during peak hours. </a:t>
            </a:r>
          </a:p>
          <a:p>
            <a:pPr rtl="0">
              <a:buNone/>
            </a:pPr>
            <a:endParaRPr lang="en-IN" dirty="0"/>
          </a:p>
          <a:p>
            <a:pPr rtl="0">
              <a:buNone/>
            </a:pPr>
            <a:r>
              <a:rPr lang="en-IN" dirty="0"/>
              <a:t>Through an intuitive user interface, </a:t>
            </a:r>
            <a:r>
              <a:rPr lang="en-IN" b="1" dirty="0" err="1"/>
              <a:t>UniCanteen</a:t>
            </a:r>
            <a:r>
              <a:rPr lang="en-IN" dirty="0"/>
              <a:t> aims to enhance operational efficiency for canteen staff while providing a seamless, "click-and-collect" service for the university community.</a:t>
            </a:r>
          </a:p>
        </p:txBody>
      </p:sp>
    </p:spTree>
    <p:extLst>
      <p:ext uri="{BB962C8B-B14F-4D97-AF65-F5344CB8AC3E}">
        <p14:creationId xmlns:p14="http://schemas.microsoft.com/office/powerpoint/2010/main" val="130278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C3E19-30DD-C19B-445B-0AA4939E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A6C9B791-5DC3-89FD-401F-5DF27A781D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622" y="585614"/>
            <a:ext cx="64637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PROJECT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D55F5A-74E0-D7F4-09D7-00B9D41828E7}"/>
              </a:ext>
            </a:extLst>
          </p:cNvPr>
          <p:cNvSpPr txBox="1"/>
          <p:nvPr/>
        </p:nvSpPr>
        <p:spPr>
          <a:xfrm>
            <a:off x="431622" y="1342508"/>
            <a:ext cx="115093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Reduce Wait Times:</a:t>
            </a:r>
            <a:r>
              <a:rPr lang="en-IN" dirty="0"/>
              <a:t> To minimize physical standing time in queues through pre-ordering.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Digital Menu Management:</a:t>
            </a:r>
            <a:r>
              <a:rPr lang="en-IN" dirty="0"/>
              <a:t> To provide students with a real-time view of available food items and prices.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Efficiency:</a:t>
            </a:r>
            <a:r>
              <a:rPr lang="en-IN" dirty="0"/>
              <a:t> To help canteen staff manage peak-hour traffic by organizing orders digitally.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Transparency:</a:t>
            </a:r>
            <a:r>
              <a:rPr lang="en-IN" dirty="0"/>
              <a:t> To allow users to track their order status from "Received" to "Ready for Pickup".</a:t>
            </a:r>
          </a:p>
        </p:txBody>
      </p:sp>
    </p:spTree>
    <p:extLst>
      <p:ext uri="{BB962C8B-B14F-4D97-AF65-F5344CB8AC3E}">
        <p14:creationId xmlns:p14="http://schemas.microsoft.com/office/powerpoint/2010/main" val="1348330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836E3-A24E-7077-1BDD-EC7FB9BC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EC42E21-A649-095B-00F9-7B4177B8B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4177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ECHNOLOGIES USED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34511-B735-D13E-DA1E-0CC1E32AFB51}"/>
              </a:ext>
            </a:extLst>
          </p:cNvPr>
          <p:cNvSpPr txBox="1"/>
          <p:nvPr/>
        </p:nvSpPr>
        <p:spPr>
          <a:xfrm>
            <a:off x="621551" y="1530900"/>
            <a:ext cx="114509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Frontend:</a:t>
            </a:r>
            <a:r>
              <a:rPr lang="en-IN" dirty="0"/>
              <a:t> Android Studio (Java/</a:t>
            </a:r>
            <a:r>
              <a:rPr lang="en-IN" dirty="0" err="1"/>
              <a:t>Kotlin</a:t>
            </a:r>
            <a:r>
              <a:rPr lang="en-IN" dirty="0"/>
              <a:t>) and XML for UI design.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Backend:</a:t>
            </a:r>
            <a:r>
              <a:rPr lang="en-IN" dirty="0"/>
              <a:t> Firebase (for real-time database and authentication) or SQLite for local storage.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Design:</a:t>
            </a:r>
            <a:r>
              <a:rPr lang="en-IN" dirty="0"/>
              <a:t> Material Design components for a modern Android interface.</a:t>
            </a:r>
          </a:p>
        </p:txBody>
      </p:sp>
    </p:spTree>
    <p:extLst>
      <p:ext uri="{BB962C8B-B14F-4D97-AF65-F5344CB8AC3E}">
        <p14:creationId xmlns:p14="http://schemas.microsoft.com/office/powerpoint/2010/main" val="960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89EC0-F86C-DCD2-B5FE-A7B299058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60C28F43-D085-E935-029B-5B57B85B6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417770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25BB12-61EC-75B2-9C80-57BBA42A45D1}"/>
              </a:ext>
            </a:extLst>
          </p:cNvPr>
          <p:cNvSpPr txBox="1"/>
          <p:nvPr/>
        </p:nvSpPr>
        <p:spPr>
          <a:xfrm>
            <a:off x="334682" y="1398494"/>
            <a:ext cx="116660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Digital Menu Browsing:</a:t>
            </a:r>
            <a:r>
              <a:rPr lang="en-IN" dirty="0"/>
              <a:t> Allows users to view the full canteen menu with real-time pricing and availability.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User Authentication:</a:t>
            </a:r>
            <a:r>
              <a:rPr lang="en-IN" dirty="0"/>
              <a:t> Provides secure login and profile management for students and faculty.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Order Management:</a:t>
            </a:r>
            <a:r>
              <a:rPr lang="en-IN" dirty="0"/>
              <a:t> Enables users to place food orders and track their status through different stages.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Admin Dashboard:</a:t>
            </a:r>
            <a:r>
              <a:rPr lang="en-IN" dirty="0"/>
              <a:t> Empowers canteen staff to update the menu and manage incoming orders efficiently.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UI Screen Design:</a:t>
            </a:r>
            <a:r>
              <a:rPr lang="en-IN" dirty="0"/>
              <a:t> Features a mobile-optimized interface with clear navigation and output displays.</a:t>
            </a:r>
          </a:p>
        </p:txBody>
      </p:sp>
    </p:spTree>
    <p:extLst>
      <p:ext uri="{BB962C8B-B14F-4D97-AF65-F5344CB8AC3E}">
        <p14:creationId xmlns:p14="http://schemas.microsoft.com/office/powerpoint/2010/main" val="24997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F7D5D-6D3A-BEA5-25CC-D3858CE12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E95A378-C7E0-B582-0374-0BECEE2682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4"/>
            <a:ext cx="558662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 UNICANTEEN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C1C6AF-6C7F-3C93-993F-6CCBCB87A1DF}"/>
              </a:ext>
            </a:extLst>
          </p:cNvPr>
          <p:cNvSpPr txBox="1"/>
          <p:nvPr/>
        </p:nvSpPr>
        <p:spPr>
          <a:xfrm>
            <a:off x="645458" y="1305341"/>
            <a:ext cx="1154654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User Authentication Module:</a:t>
            </a:r>
            <a:r>
              <a:rPr lang="en-IN" dirty="0"/>
              <a:t> Handles secure login and registration for students and faculty using email and password verification.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Menu Management Module:</a:t>
            </a:r>
            <a:r>
              <a:rPr lang="en-IN" dirty="0"/>
              <a:t> A dynamic interface where users can browse food items categorized by type.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Order Processing Module:</a:t>
            </a:r>
            <a:r>
              <a:rPr lang="en-IN" dirty="0"/>
              <a:t> Manages the "Add to Cart" functionality, order placement, and generates a unique order ID for each transaction.</a:t>
            </a:r>
          </a:p>
          <a:p>
            <a:pPr rtl="0"/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Admin/Canteen Module:</a:t>
            </a:r>
            <a:r>
              <a:rPr lang="en-IN" dirty="0"/>
              <a:t> A specialized backend interface for canteen staff to add or remove menu items and manage</a:t>
            </a:r>
          </a:p>
          <a:p>
            <a:pPr rtl="0"/>
            <a:r>
              <a:rPr lang="en-IN" dirty="0"/>
              <a:t> the queue of incoming orders.</a:t>
            </a:r>
          </a:p>
        </p:txBody>
      </p:sp>
    </p:spTree>
    <p:extLst>
      <p:ext uri="{BB962C8B-B14F-4D97-AF65-F5344CB8AC3E}">
        <p14:creationId xmlns:p14="http://schemas.microsoft.com/office/powerpoint/2010/main" val="2480229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92939B-C5E9-98A1-BF13-2C46A4AE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506F84D-51E7-7234-E600-6615D55C8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88499"/>
            <a:ext cx="5586623" cy="4006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DESCRIPTION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7C27F-7A06-E679-B515-AEB4C44A697D}"/>
              </a:ext>
            </a:extLst>
          </p:cNvPr>
          <p:cNvSpPr txBox="1"/>
          <p:nvPr/>
        </p:nvSpPr>
        <p:spPr>
          <a:xfrm>
            <a:off x="262964" y="1213880"/>
            <a:ext cx="1183341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b="1" dirty="0"/>
              <a:t>Software Requirements:</a:t>
            </a:r>
            <a:r>
              <a:rPr lang="en-IN" dirty="0"/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​Operating System: Windows 10/11.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​IDE: Android Studio.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​Database: Firebase.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se.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Hardware Requirements:</a:t>
            </a:r>
            <a:r>
              <a:rPr lang="en-IN" dirty="0"/>
              <a:t> </a:t>
            </a:r>
          </a:p>
          <a:p>
            <a:pPr marL="1143000" lvl="2" indent="-228600" rtl="0">
              <a:buFont typeface="Arial" panose="020B0604020202020204" pitchFamily="34" charset="0"/>
              <a:buChar char="•"/>
            </a:pPr>
            <a:r>
              <a:rPr lang="en-IN" dirty="0"/>
              <a:t>​Processor: Intel i3/i5 or higher.</a:t>
            </a:r>
          </a:p>
          <a:p>
            <a:pPr marL="1143000" lvl="2" indent="-228600" rtl="0">
              <a:buFont typeface="Arial" panose="020B0604020202020204" pitchFamily="34" charset="0"/>
              <a:buChar char="•"/>
            </a:pPr>
            <a:r>
              <a:rPr lang="en-IN" dirty="0"/>
              <a:t>​RAM: Minimum 4GB (8GB recommended).</a:t>
            </a:r>
          </a:p>
          <a:p>
            <a:pPr marL="1143000" lvl="2" indent="-228600" rtl="0">
              <a:buFont typeface="Arial" panose="020B0604020202020204" pitchFamily="34" charset="0"/>
              <a:buChar char="•"/>
            </a:pPr>
            <a:r>
              <a:rPr lang="en-IN" dirty="0"/>
              <a:t>​Device: Android Smartphone with API level 21 or higher for testing.</a:t>
            </a:r>
          </a:p>
        </p:txBody>
      </p:sp>
    </p:spTree>
    <p:extLst>
      <p:ext uri="{BB962C8B-B14F-4D97-AF65-F5344CB8AC3E}">
        <p14:creationId xmlns:p14="http://schemas.microsoft.com/office/powerpoint/2010/main" val="348577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6C708-F172-2975-9773-18AC98BC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40E093A0-7D1B-3C65-8077-8ABB04040C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FEATURE SCREEN DESIGN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58F3C2-03B0-2495-5D69-DB393BF4B1DC}"/>
              </a:ext>
            </a:extLst>
          </p:cNvPr>
          <p:cNvSpPr txBox="1"/>
          <p:nvPr/>
        </p:nvSpPr>
        <p:spPr>
          <a:xfrm>
            <a:off x="669365" y="1386541"/>
            <a:ext cx="114150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b="1" dirty="0"/>
              <a:t>1.Splash Screen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Visual:</a:t>
            </a:r>
            <a:r>
              <a:rPr lang="en-IN" dirty="0"/>
              <a:t> Displays the </a:t>
            </a:r>
            <a:r>
              <a:rPr lang="en-IN" b="1" dirty="0" err="1"/>
              <a:t>UniCanteen</a:t>
            </a:r>
            <a:r>
              <a:rPr lang="en-IN" dirty="0"/>
              <a:t> logo (the one you selected) in the </a:t>
            </a:r>
            <a:r>
              <a:rPr lang="en-IN" dirty="0" err="1"/>
              <a:t>center</a:t>
            </a:r>
            <a:r>
              <a:rPr lang="en-IN" dirty="0"/>
              <a:t> of a clean white or navy blue background.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Description:</a:t>
            </a:r>
            <a:r>
              <a:rPr lang="en-IN" dirty="0"/>
              <a:t> This is the initial entry screen that appears for 2–3 seconds while the app initializes resources.</a:t>
            </a:r>
          </a:p>
          <a:p>
            <a:pPr rtl="0">
              <a:buNone/>
            </a:pPr>
            <a:r>
              <a:rPr lang="en-IN" b="1" dirty="0"/>
              <a:t>​2. Authentication Screen (Login/Sign-up)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Visual:</a:t>
            </a:r>
            <a:r>
              <a:rPr lang="en-IN" dirty="0"/>
              <a:t> Minimalist input fields for University Email and Password, with a "Login" button and a "Register" link.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Description:</a:t>
            </a:r>
            <a:r>
              <a:rPr lang="en-IN" dirty="0"/>
              <a:t> Provides secure access for </a:t>
            </a:r>
            <a:r>
              <a:rPr lang="en-IN" b="1" dirty="0" err="1"/>
              <a:t>Marwadi</a:t>
            </a:r>
            <a:r>
              <a:rPr lang="en-IN" b="1" dirty="0"/>
              <a:t> University</a:t>
            </a:r>
            <a:r>
              <a:rPr lang="en-IN" dirty="0"/>
              <a:t> students and faculty.</a:t>
            </a:r>
          </a:p>
          <a:p>
            <a:pPr rtl="0">
              <a:buNone/>
            </a:pPr>
            <a:r>
              <a:rPr lang="en-IN" b="1" dirty="0"/>
              <a:t>​3. Digital Menu / Dashboard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Visual:</a:t>
            </a:r>
            <a:r>
              <a:rPr lang="en-IN" dirty="0"/>
              <a:t> A scrollable list of food items categorized by "Breakfast," "Lunch," and "Snacks." Includes images, prices, and an "Add to Cart" button.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Description:</a:t>
            </a:r>
            <a:r>
              <a:rPr lang="en-IN" dirty="0"/>
              <a:t> The main interface where users browse real-time food availability.</a:t>
            </a:r>
          </a:p>
          <a:p>
            <a:pPr rtl="0">
              <a:buNone/>
            </a:pPr>
            <a:r>
              <a:rPr lang="en-IN" b="1" dirty="0"/>
              <a:t>​4. Calculation / My Cart Screen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Visual:</a:t>
            </a:r>
            <a:r>
              <a:rPr lang="en-IN" dirty="0"/>
              <a:t> A summary list of selected items showing quantity, individual prices, and the total bill amount (similar to the </a:t>
            </a:r>
            <a:r>
              <a:rPr lang="en-IN" b="1" dirty="0"/>
              <a:t>Scientific Calculator</a:t>
            </a:r>
            <a:r>
              <a:rPr lang="en-IN" dirty="0"/>
              <a:t> layout in your template).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Description:</a:t>
            </a:r>
            <a:r>
              <a:rPr lang="en-IN" dirty="0"/>
              <a:t> Allows users to review their selection and total cost before placing the order.</a:t>
            </a:r>
          </a:p>
        </p:txBody>
      </p:sp>
    </p:spTree>
    <p:extLst>
      <p:ext uri="{BB962C8B-B14F-4D97-AF65-F5344CB8AC3E}">
        <p14:creationId xmlns:p14="http://schemas.microsoft.com/office/powerpoint/2010/main" val="1920528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0F337-AD45-3EF2-425D-9963FCAD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A0442CB-E729-5C2E-58F5-71BAE788C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 LOGO PICTURE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7E110-5C4D-DE23-57C2-7DEE55C9FF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69" y="1311367"/>
            <a:ext cx="10539872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6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F83E7-A1E9-B046-B50D-085B6931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103A5D8D-8995-6133-31A6-EBE321178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94B334-CA07-CB8D-2A8B-91521C3D9978}"/>
              </a:ext>
            </a:extLst>
          </p:cNvPr>
          <p:cNvSpPr txBox="1"/>
          <p:nvPr/>
        </p:nvSpPr>
        <p:spPr>
          <a:xfrm>
            <a:off x="657410" y="1339652"/>
            <a:ext cx="115345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/>
              <a:t>The database schema includes tables for:
​Users: (</a:t>
            </a:r>
            <a:r>
              <a:rPr lang="en-IN" dirty="0" err="1"/>
              <a:t>UserID</a:t>
            </a:r>
            <a:r>
              <a:rPr lang="en-IN" dirty="0"/>
              <a:t>, Name, Email, Role)
​Products: (</a:t>
            </a:r>
            <a:r>
              <a:rPr lang="en-IN" dirty="0" err="1"/>
              <a:t>ItemID</a:t>
            </a:r>
            <a:r>
              <a:rPr lang="en-IN" dirty="0"/>
              <a:t>, Name, Price, Category, Status)
​Orders: (</a:t>
            </a:r>
            <a:r>
              <a:rPr lang="en-IN" dirty="0" err="1"/>
              <a:t>OrderID</a:t>
            </a:r>
            <a:r>
              <a:rPr lang="en-IN" dirty="0"/>
              <a:t>, </a:t>
            </a:r>
            <a:r>
              <a:rPr lang="en-IN" dirty="0" err="1"/>
              <a:t>UserID</a:t>
            </a:r>
            <a:r>
              <a:rPr lang="en-IN" dirty="0"/>
              <a:t>, </a:t>
            </a:r>
            <a:r>
              <a:rPr lang="en-IN" dirty="0" err="1"/>
              <a:t>TotalAmount</a:t>
            </a:r>
            <a:r>
              <a:rPr lang="en-IN" dirty="0"/>
              <a:t>, Timestamp, </a:t>
            </a:r>
            <a:r>
              <a:rPr lang="en-IN" dirty="0" err="1"/>
              <a:t>OrderStatus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204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E37A3C-8382-39B3-967D-88A0D277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71F7DF6-6738-433E-D19D-8757456D4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DURING PROJECT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3;p15">
            <a:extLst>
              <a:ext uri="{FF2B5EF4-FFF2-40B4-BE49-F238E27FC236}">
                <a16:creationId xmlns:a16="http://schemas.microsoft.com/office/drawing/2014/main" id="{B547F539-C8CE-761B-4056-4CBA48A75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41" y="1191695"/>
            <a:ext cx="11698287" cy="400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E50C6-9CFF-0D5F-C656-9505199C5718}"/>
              </a:ext>
            </a:extLst>
          </p:cNvPr>
          <p:cNvSpPr txBox="1"/>
          <p:nvPr/>
        </p:nvSpPr>
        <p:spPr>
          <a:xfrm>
            <a:off x="394298" y="1191695"/>
            <a:ext cx="111761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Android App Architecture:</a:t>
            </a:r>
            <a:r>
              <a:rPr lang="en-IN" dirty="0"/>
              <a:t> Gained hands-on experience in structuring an application using Java and XML.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Database Management:</a:t>
            </a:r>
            <a:r>
              <a:rPr lang="en-IN" dirty="0"/>
              <a:t> Learned how to design and manage a database schema for real-world applications using SQLite.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UI/UX Design:</a:t>
            </a:r>
            <a:r>
              <a:rPr lang="en-IN" dirty="0"/>
              <a:t> Developed skills in creating user-friendly layouts and screen designs for a mobile interface.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Problem Solving:</a:t>
            </a:r>
            <a:r>
              <a:rPr lang="en-IN" dirty="0"/>
              <a:t> Understood how to translate a physical workflow (canteen ordering) into a digital solution to solve real-world campus issues.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IN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Version Control &amp; Documentation:</a:t>
            </a:r>
            <a:r>
              <a:rPr lang="en-IN" dirty="0"/>
              <a:t> Learned the importance of maintaining technical descriptions and organized code for project scalability.</a:t>
            </a:r>
          </a:p>
        </p:txBody>
      </p:sp>
    </p:spTree>
    <p:extLst>
      <p:ext uri="{BB962C8B-B14F-4D97-AF65-F5344CB8AC3E}">
        <p14:creationId xmlns:p14="http://schemas.microsoft.com/office/powerpoint/2010/main" val="3762705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8A6EC-8FB8-61E7-5583-EDAB6011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709374A2-C8CF-B829-D289-D21FDE2C4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2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F7A5E-DC19-16E7-47A5-F30E9AE7FF50}"/>
              </a:ext>
            </a:extLst>
          </p:cNvPr>
          <p:cNvSpPr txBox="1"/>
          <p:nvPr/>
        </p:nvSpPr>
        <p:spPr>
          <a:xfrm>
            <a:off x="394299" y="1365879"/>
            <a:ext cx="123354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Online References:</a:t>
            </a:r>
            <a:r>
              <a:rPr lang="en-IN" dirty="0"/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Android Developers Documentation:</a:t>
            </a:r>
            <a:r>
              <a:rPr lang="en-IN" dirty="0"/>
              <a:t> Official guides for UI design, activity lifecycle, and SQLite integration (</a:t>
            </a:r>
            <a:r>
              <a:rPr lang="en-IN" dirty="0">
                <a:hlinkClick r:id="rId3"/>
              </a:rPr>
              <a:t>https://developer.android.com</a:t>
            </a:r>
            <a:r>
              <a:rPr lang="en-IN" dirty="0"/>
              <a:t>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Firebase Documentation:</a:t>
            </a:r>
            <a:r>
              <a:rPr lang="en-IN" dirty="0"/>
              <a:t> Reference for cloud messaging and real-time database management (</a:t>
            </a:r>
            <a:r>
              <a:rPr lang="en-IN" dirty="0">
                <a:hlinkClick r:id="rId4"/>
              </a:rPr>
              <a:t>https://firebase.google.com/docs</a:t>
            </a:r>
            <a:r>
              <a:rPr lang="en-IN" dirty="0"/>
              <a:t>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W3Schools:</a:t>
            </a:r>
            <a:r>
              <a:rPr lang="en-IN" dirty="0"/>
              <a:t> SQL and SQLite tutorials for database schema design and queries</a:t>
            </a:r>
          </a:p>
          <a:p>
            <a:pPr lvl="1" rtl="0"/>
            <a:r>
              <a:rPr lang="en-IN" dirty="0"/>
              <a:t>      (</a:t>
            </a:r>
            <a:r>
              <a:rPr lang="en-IN" dirty="0">
                <a:hlinkClick r:id="rId5"/>
              </a:rPr>
              <a:t>https://www.w3schools.com/sql/</a:t>
            </a:r>
            <a:r>
              <a:rPr lang="en-IN" dirty="0"/>
              <a:t>).</a:t>
            </a:r>
          </a:p>
          <a:p>
            <a:pPr lvl="1" rtl="0"/>
            <a:endParaRPr lang="en-IN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Stack Overflow:</a:t>
            </a:r>
            <a:r>
              <a:rPr lang="en-IN" dirty="0"/>
              <a:t> Community-driven solutions for debugging Java and XML code during development.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Offline References:</a:t>
            </a:r>
            <a:r>
              <a:rPr lang="en-IN" dirty="0"/>
              <a:t> </a:t>
            </a:r>
          </a:p>
          <a:p>
            <a:pPr marL="1143000" lvl="2" indent="-22860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Head First Android Development:</a:t>
            </a:r>
            <a:r>
              <a:rPr lang="en-IN" dirty="0"/>
              <a:t> A comprehensive guide to building mobile apps with Java and XML.</a:t>
            </a:r>
          </a:p>
          <a:p>
            <a:pPr marL="1143000" lvl="2" indent="-228600" rtl="0">
              <a:buFont typeface="Arial" panose="020B0604020202020204" pitchFamily="34" charset="0"/>
              <a:buChar char="•"/>
            </a:pPr>
            <a:endParaRPr lang="en-IN" dirty="0"/>
          </a:p>
          <a:p>
            <a:pPr marL="1143000" lvl="2" indent="-228600" rtl="0">
              <a:buFont typeface="Arial" panose="020B0604020202020204" pitchFamily="34" charset="0"/>
              <a:buChar char="•"/>
            </a:pPr>
            <a:r>
              <a:rPr lang="en-IN" dirty="0"/>
              <a:t>​</a:t>
            </a:r>
            <a:r>
              <a:rPr lang="en-IN" b="1" dirty="0"/>
              <a:t>Database System Concepts:</a:t>
            </a:r>
            <a:r>
              <a:rPr lang="en-IN" dirty="0"/>
              <a:t> Textbooks covering relational database design and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11450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6B3FB-2635-AB25-3E09-CDB661023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3571BB8-4348-5E2A-28D8-279E8F93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299" y="566953"/>
            <a:ext cx="874037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705D4-53CC-27B5-CCC4-B227B83BDD59}"/>
              </a:ext>
            </a:extLst>
          </p:cNvPr>
          <p:cNvSpPr txBox="1"/>
          <p:nvPr/>
        </p:nvSpPr>
        <p:spPr>
          <a:xfrm>
            <a:off x="490070" y="1397675"/>
            <a:ext cx="117019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dirty="0"/>
              <a:t>The </a:t>
            </a:r>
            <a:r>
              <a:rPr lang="en-IN" b="1" dirty="0" err="1"/>
              <a:t>UniCanteen</a:t>
            </a:r>
            <a:r>
              <a:rPr lang="en-IN" dirty="0"/>
              <a:t> project successfully demonstrates a digital solution for the </a:t>
            </a:r>
            <a:r>
              <a:rPr lang="en-IN" b="1" dirty="0" err="1"/>
              <a:t>Marwadi</a:t>
            </a:r>
            <a:r>
              <a:rPr lang="en-IN" b="1" dirty="0"/>
              <a:t> University</a:t>
            </a:r>
            <a:r>
              <a:rPr lang="en-IN" dirty="0"/>
              <a:t> campus. </a:t>
            </a:r>
          </a:p>
          <a:p>
            <a:pPr rtl="0">
              <a:buNone/>
            </a:pPr>
            <a:r>
              <a:rPr lang="en-IN"/>
              <a:t>By </a:t>
            </a:r>
            <a:r>
              <a:rPr lang="en-IN" dirty="0"/>
              <a:t>implementing core modules like user authentication and order management, the application reduces congestion and improves the overall efficiency of the university's canteen services</a:t>
            </a:r>
            <a:r>
              <a:rPr lang="en-IN"/>
              <a:t>. </a:t>
            </a:r>
          </a:p>
          <a:p>
            <a:pPr rtl="0">
              <a:buNone/>
            </a:pPr>
            <a:r>
              <a:rPr lang="en-IN"/>
              <a:t>This </a:t>
            </a:r>
            <a:r>
              <a:rPr lang="en-IN" dirty="0"/>
              <a:t>project highlights the practical application of Android development and database management in solving everyday logistics problems. </a:t>
            </a:r>
          </a:p>
        </p:txBody>
      </p:sp>
    </p:spTree>
    <p:extLst>
      <p:ext uri="{BB962C8B-B14F-4D97-AF65-F5344CB8AC3E}">
        <p14:creationId xmlns:p14="http://schemas.microsoft.com/office/powerpoint/2010/main" val="285847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7156_Jenish_7257_Ravi_ScientificCalculator</Template>
  <TotalTime>5</TotalTime>
  <Words>216</Words>
  <Application>Microsoft Office PowerPoint</Application>
  <PresentationFormat>Widescreen</PresentationFormat>
  <Paragraphs>39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INTRODUCTION</vt:lpstr>
      <vt:lpstr>OBJECTIVES OF THE PROJECT</vt:lpstr>
      <vt:lpstr>TECHNOLOGIES USED</vt:lpstr>
      <vt:lpstr>KEY FEATURES</vt:lpstr>
      <vt:lpstr>MODULES IN UNICANTEEN </vt:lpstr>
      <vt:lpstr>TECHNICAL DESCRIPTION</vt:lpstr>
      <vt:lpstr>APP FEATURE SCREEN DESIGN</vt:lpstr>
      <vt:lpstr>APP LOGO PICTURE</vt:lpstr>
      <vt:lpstr>DATABASE DESIGN</vt:lpstr>
      <vt:lpstr>LEARNING DURING PROJECT</vt:lpstr>
      <vt:lpstr>BIBLIOGRAPHY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Jenish Gohel</dc:creator>
  <cp:lastModifiedBy>Uday Faliya</cp:lastModifiedBy>
  <cp:revision>7</cp:revision>
  <dcterms:created xsi:type="dcterms:W3CDTF">2026-01-27T13:24:22Z</dcterms:created>
  <dcterms:modified xsi:type="dcterms:W3CDTF">2026-01-28T07:52:40Z</dcterms:modified>
</cp:coreProperties>
</file>